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94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8A450-21B4-EC12-CC2A-6EB053F0B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C26E08-EB7C-1BAD-683E-0D949F2B8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5DD0F-4979-5141-8271-E2BCBABB1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66248-7FCF-479B-9C79-503AAD01293A}" type="datetimeFigureOut">
              <a:rPr lang="en-DE" smtClean="0"/>
              <a:t>23/07/2026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EA190-716A-01A2-D3C5-D65689AE6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97F2E-0BD2-E697-115A-FAC480562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E4CC-0234-4F3C-9A01-37A442AF7A5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97091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27ECB-AF51-47F4-E29A-851D5C2EC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5A17B-59D9-56FC-6583-3EFFC2CA4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699C2-58F1-D2D4-732F-7F6080E7C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66248-7FCF-479B-9C79-503AAD01293A}" type="datetimeFigureOut">
              <a:rPr lang="en-DE" smtClean="0"/>
              <a:t>23/07/2026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5906E-3292-E6EC-83A6-7C2DE2928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9ABF0-B3B0-3FD8-3DD9-74549C8C0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E4CC-0234-4F3C-9A01-37A442AF7A5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44658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160B5-F954-B068-A0C2-13E45FE57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E6499A-E8F5-C03F-3D77-739402E15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C9E94-BF28-5E9C-FA7F-06E9B095E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66248-7FCF-479B-9C79-503AAD01293A}" type="datetimeFigureOut">
              <a:rPr lang="en-DE" smtClean="0"/>
              <a:t>23/07/2026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7C1BB-CAE6-3090-8321-A433DCE31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6B491-CFD7-0773-92D3-26A34DE3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E4CC-0234-4F3C-9A01-37A442AF7A5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66337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20037-D6E4-152B-0B36-EBE892727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2EC18-D668-23CC-4587-582736A585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CF2F8A-8617-4495-E5BB-FBC5AF5043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981A9D-F3A3-B07E-C023-F03614477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66248-7FCF-479B-9C79-503AAD01293A}" type="datetimeFigureOut">
              <a:rPr lang="en-DE" smtClean="0"/>
              <a:t>23/07/2026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4339F-4723-C233-49C1-923914294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D7F09F-C255-88AF-02A4-E560CC4B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E4CC-0234-4F3C-9A01-37A442AF7A5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76112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BB244-5ED1-0FCA-0C1B-6E6731F32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46D94-8B58-C75D-BC8E-3D1CBD4D9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1B2766-499F-07B0-049D-B4309FD86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A14919-3CE7-3A8B-CBE6-8740052DC8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B93511-958A-2407-A0C1-542828DFE7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1B042F-0B3E-28F7-1AA1-9EA9CB32D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66248-7FCF-479B-9C79-503AAD01293A}" type="datetimeFigureOut">
              <a:rPr lang="en-DE" smtClean="0"/>
              <a:t>23/07/2026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0A4C17-9EBB-D13F-8D3A-C076BD247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A5D8C5-A32C-3434-6427-BECEA2809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E4CC-0234-4F3C-9A01-37A442AF7A5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1921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7E6A4-9CBA-3A9F-11E9-BFEFAC2E3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D8FAD9-C0AF-2611-2077-60D2837AF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66248-7FCF-479B-9C79-503AAD01293A}" type="datetimeFigureOut">
              <a:rPr lang="en-DE" smtClean="0"/>
              <a:t>23/07/2026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14F731-5EBD-D97F-0FD8-BFD262C8E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10943-D615-6FAE-949D-DABB1796E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E4CC-0234-4F3C-9A01-37A442AF7A5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08825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72B417-7015-EF86-6EA8-424822DF1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66248-7FCF-479B-9C79-503AAD01293A}" type="datetimeFigureOut">
              <a:rPr lang="en-DE" smtClean="0"/>
              <a:t>23/07/2026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A588BD-D30F-260E-DB81-C65D425C9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E3A87-1F7B-8966-3CB4-6CEC51580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E4CC-0234-4F3C-9A01-37A442AF7A5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75673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0BB47-56CE-581D-8A3C-BC33A5B50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230F5-C79C-AE1A-995B-4F1073F12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12699B-0582-06D9-07A4-24BD6CCD15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94E0B-7548-1782-FD19-5B131AB38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66248-7FCF-479B-9C79-503AAD01293A}" type="datetimeFigureOut">
              <a:rPr lang="en-DE" smtClean="0"/>
              <a:t>23/07/2026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5B1A3-4344-0BF8-A4AB-52EE9ABC3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6C88F-9013-6EBC-E691-01D9E76CC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E4CC-0234-4F3C-9A01-37A442AF7A5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1162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30968-DC00-1D04-9F6B-2B57E20E8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29EB1D-63C5-1549-1380-2B669AE6CF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05CF19-7F1F-B59C-B54B-5B3D67A66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E85E9-7885-24FC-7D36-AC610CF0A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66248-7FCF-479B-9C79-503AAD01293A}" type="datetimeFigureOut">
              <a:rPr lang="en-DE" smtClean="0"/>
              <a:t>23/07/2026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A2C52-3BD6-0B68-B8C4-520A623A6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D6E38-A175-CF67-30EF-9806FD60D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E4CC-0234-4F3C-9A01-37A442AF7A5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03383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E2BF4-5262-56E4-2A80-C6A9FFDDF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303784-F653-A8F1-DB12-C076D00EC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634D7-5023-FF9C-25C7-669AB52CF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66248-7FCF-479B-9C79-503AAD01293A}" type="datetimeFigureOut">
              <a:rPr lang="en-DE" smtClean="0"/>
              <a:t>23/07/2026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21D76-9CE6-E187-89E1-6448311F7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28896-7E9F-685E-150D-F9E31B25E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E4CC-0234-4F3C-9A01-37A442AF7A5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71365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D40A90-8190-3FBC-DA35-24ED020BE7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076EC7-62CF-718A-5A96-F76D33717D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D4C97-4548-518D-2990-6AE023F2C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66248-7FCF-479B-9C79-503AAD01293A}" type="datetimeFigureOut">
              <a:rPr lang="en-DE" smtClean="0"/>
              <a:t>23/07/2026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5F35D-5E7F-6E7F-D406-533ABC0A6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1A89A-F14E-2358-F9CE-D5EDE01D8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E4CC-0234-4F3C-9A01-37A442AF7A5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38293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0EDC26-1C12-26C9-6C1B-5FB172EB4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9799EB-4533-DF7A-F91E-0E088C565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BD41C-2613-7347-3FF0-3962E3C88E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D66248-7FCF-479B-9C79-503AAD01293A}" type="datetimeFigureOut">
              <a:rPr lang="en-DE" smtClean="0"/>
              <a:t>23/07/2026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D0A8D-14FA-9F4E-F055-0A04DA137B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FBFB6-CBC1-01A0-EBD5-77D062F6EF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EFE4CC-0234-4F3C-9A01-37A442AF7A5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49259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21CBF7-52EF-5C4B-D1EA-2AC804695B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78"/>
          <a:stretch>
            <a:fillRect/>
          </a:stretch>
        </p:blipFill>
        <p:spPr>
          <a:xfrm>
            <a:off x="2382932" y="3673515"/>
            <a:ext cx="1950437" cy="6940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6809C6-68CE-F8EA-95C7-77BE7B4794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31"/>
          <a:stretch>
            <a:fillRect/>
          </a:stretch>
        </p:blipFill>
        <p:spPr>
          <a:xfrm>
            <a:off x="4398185" y="2812451"/>
            <a:ext cx="1950436" cy="7200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34161D-3687-A98E-B78B-A710FE6D2B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652"/>
          <a:stretch>
            <a:fillRect/>
          </a:stretch>
        </p:blipFill>
        <p:spPr>
          <a:xfrm>
            <a:off x="764591" y="2815544"/>
            <a:ext cx="1947390" cy="7169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7233FE-C23A-E49F-F3C3-D641373867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104"/>
          <a:stretch>
            <a:fillRect/>
          </a:stretch>
        </p:blipFill>
        <p:spPr>
          <a:xfrm>
            <a:off x="1437844" y="636259"/>
            <a:ext cx="6055320" cy="1463099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CB3974B-50BE-20F7-2FAE-AD7663A5315D}"/>
              </a:ext>
            </a:extLst>
          </p:cNvPr>
          <p:cNvCxnSpPr>
            <a:cxnSpLocks/>
          </p:cNvCxnSpPr>
          <p:nvPr/>
        </p:nvCxnSpPr>
        <p:spPr>
          <a:xfrm flipH="1">
            <a:off x="2019300" y="1422400"/>
            <a:ext cx="546787" cy="12521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647127B-CD9D-CA95-7539-EAE2074E3D0F}"/>
              </a:ext>
            </a:extLst>
          </p:cNvPr>
          <p:cNvCxnSpPr>
            <a:cxnSpLocks/>
          </p:cNvCxnSpPr>
          <p:nvPr/>
        </p:nvCxnSpPr>
        <p:spPr>
          <a:xfrm>
            <a:off x="3358151" y="1390650"/>
            <a:ext cx="0" cy="21907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87D618-8333-06C7-BB70-A13B0DE2A94A}"/>
              </a:ext>
            </a:extLst>
          </p:cNvPr>
          <p:cNvCxnSpPr>
            <a:cxnSpLocks/>
          </p:cNvCxnSpPr>
          <p:nvPr/>
        </p:nvCxnSpPr>
        <p:spPr>
          <a:xfrm>
            <a:off x="4013200" y="1454150"/>
            <a:ext cx="1177925" cy="12795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1723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Bernd Ruecker</dc:creator>
  <cp:lastModifiedBy>Bernd Ruecker</cp:lastModifiedBy>
  <cp:revision>2</cp:revision>
  <dcterms:created xsi:type="dcterms:W3CDTF">2026-07-23T07:59:11Z</dcterms:created>
  <dcterms:modified xsi:type="dcterms:W3CDTF">2026-07-23T08:28:28Z</dcterms:modified>
</cp:coreProperties>
</file>